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93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3131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1667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414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867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584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5381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841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2622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082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9069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7580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7492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8185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5281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3725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3967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D2CAD77-83D8-4508-920B-CA75D0D49342}" type="datetimeFigureOut">
              <a:rPr lang="es-AR" smtClean="0"/>
              <a:t>26/11/2025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C05DC21-9F7B-439F-8748-E3C55B3913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9928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216720" y="685799"/>
            <a:ext cx="468491" cy="2971801"/>
          </a:xfrm>
        </p:spPr>
        <p:txBody>
          <a:bodyPr/>
          <a:lstStyle/>
          <a:p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4212" y="4281749"/>
            <a:ext cx="6400800" cy="1947333"/>
          </a:xfrm>
        </p:spPr>
        <p:txBody>
          <a:bodyPr/>
          <a:lstStyle/>
          <a:p>
            <a:r>
              <a:rPr lang="es-AR" dirty="0" smtClean="0"/>
              <a:t>ENCARGADO: MARKETING</a:t>
            </a:r>
          </a:p>
          <a:p>
            <a:r>
              <a:rPr lang="es-AR" dirty="0" smtClean="0"/>
              <a:t>INTEGRANTE: ELIANA PEREZ</a:t>
            </a:r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/>
          </a:p>
          <a:p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1" y="130837"/>
            <a:ext cx="7532509" cy="408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62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3117" y="275942"/>
            <a:ext cx="8534400" cy="1037704"/>
          </a:xfrm>
        </p:spPr>
        <p:txBody>
          <a:bodyPr/>
          <a:lstStyle/>
          <a:p>
            <a:r>
              <a:rPr lang="es-AR" dirty="0" smtClean="0"/>
              <a:t>¿Qué ES FUTURE STACH?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63117" y="1313646"/>
            <a:ext cx="8534400" cy="2343955"/>
          </a:xfrm>
        </p:spPr>
        <p:txBody>
          <a:bodyPr/>
          <a:lstStyle/>
          <a:p>
            <a:r>
              <a:rPr lang="es-AR" dirty="0" smtClean="0"/>
              <a:t>Future Stach es una empresa dedicada al diseño y desarrollo de paginas web, enfocada en crear soluciones digitales personalizadas para empresas, profesionales y emprendedores.</a:t>
            </a:r>
          </a:p>
          <a:p>
            <a:r>
              <a:rPr lang="es-AR" dirty="0" smtClean="0"/>
              <a:t>Ofrece sitios modernos, rápidos, seguros y optimizados, pensados para mejorar la imagen de marca y atraer mas clientes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17" y="2588654"/>
            <a:ext cx="7122014" cy="39409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64" y="5061395"/>
            <a:ext cx="2159089" cy="167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98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2" y="441103"/>
            <a:ext cx="8534400" cy="1065726"/>
          </a:xfrm>
        </p:spPr>
        <p:txBody>
          <a:bodyPr/>
          <a:lstStyle/>
          <a:p>
            <a:r>
              <a:rPr lang="es-AR" dirty="0" smtClean="0"/>
              <a:t>¿En que esta inspirada?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2" y="1506829"/>
            <a:ext cx="8534400" cy="4133641"/>
          </a:xfrm>
        </p:spPr>
        <p:txBody>
          <a:bodyPr/>
          <a:lstStyle/>
          <a:p>
            <a:r>
              <a:rPr lang="es-AR" dirty="0" smtClean="0"/>
              <a:t>Future Stach se inspira en las tendencias globales de transformación digital, el diseño moderno y la necesidad de que cada marca tenga una presencia online solida y competitiva.</a:t>
            </a:r>
          </a:p>
          <a:p>
            <a:r>
              <a:rPr lang="es-AR" dirty="0" smtClean="0"/>
              <a:t>Su enfoque combina creatividad, tecnología y estrategia para crear pagina web efectivos.</a:t>
            </a:r>
          </a:p>
          <a:p>
            <a:r>
              <a:rPr lang="es-AR" dirty="0" smtClean="0"/>
              <a:t>Surge a partir de la idea de que la tecnología, cuando se combina con el diseño y la creatividad, puede transformar completamente la manera en que las empresas se comuniquen con el cliente</a:t>
            </a:r>
          </a:p>
          <a:p>
            <a:pPr marL="0" indent="0">
              <a:buNone/>
            </a:pPr>
            <a:r>
              <a:rPr lang="es-AR" dirty="0" smtClean="0"/>
              <a:t> 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127" y="4771823"/>
            <a:ext cx="1682571" cy="208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77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2" y="430488"/>
            <a:ext cx="8534400" cy="1140736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¿Como hicimos el logo?:</a:t>
            </a:r>
            <a:r>
              <a:rPr lang="es-AR" dirty="0"/>
              <a:t/>
            </a:r>
            <a:br>
              <a:rPr lang="es-AR" dirty="0"/>
            </a:b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2" y="1352282"/>
            <a:ext cx="8534400" cy="4520484"/>
          </a:xfrm>
        </p:spPr>
        <p:txBody>
          <a:bodyPr/>
          <a:lstStyle/>
          <a:p>
            <a:r>
              <a:rPr lang="es-ES" dirty="0"/>
              <a:t>El diseño del logo </a:t>
            </a:r>
            <a:r>
              <a:rPr lang="es-ES" i="1" dirty="0"/>
              <a:t>Future Stack</a:t>
            </a:r>
            <a:r>
              <a:rPr lang="es-ES" dirty="0"/>
              <a:t> surgió a partir de la idea de representar las páginas web y la innovación. Me inspiré principalmente en formas geométricas y estructuras modulares, ya que transmiten orden, precisión y un estilo visual asociado al mundo digital. El concepto de “stack” también remite a capas de información y sistemas tecnológicos, por lo que busqué un símbolo que reflejara esa organización</a:t>
            </a:r>
            <a:r>
              <a:rPr lang="es-ES" dirty="0" smtClean="0"/>
              <a:t>.</a:t>
            </a:r>
          </a:p>
          <a:p>
            <a:r>
              <a:rPr lang="es-AR" dirty="0" smtClean="0"/>
              <a:t>Paleta de colores:</a:t>
            </a:r>
          </a:p>
          <a:p>
            <a:r>
              <a:rPr lang="es-AR" dirty="0" smtClean="0"/>
              <a:t>Violeta intenso: (</a:t>
            </a:r>
            <a:r>
              <a:rPr lang="es-ES" b="1" dirty="0" smtClean="0"/>
              <a:t>#3A0E78</a:t>
            </a:r>
            <a:r>
              <a:rPr lang="es-ES" dirty="0" smtClean="0"/>
              <a:t>)</a:t>
            </a:r>
          </a:p>
          <a:p>
            <a:r>
              <a:rPr lang="es-ES" dirty="0" smtClean="0"/>
              <a:t>Violeta brillante: (</a:t>
            </a:r>
            <a:r>
              <a:rPr lang="es-ES" b="1" dirty="0" smtClean="0"/>
              <a:t>#</a:t>
            </a:r>
            <a:r>
              <a:rPr lang="es-ES" b="1" dirty="0"/>
              <a:t>7A2BFF</a:t>
            </a:r>
            <a:r>
              <a:rPr lang="es-ES" dirty="0" smtClean="0"/>
              <a:t>)</a:t>
            </a:r>
          </a:p>
          <a:p>
            <a:r>
              <a:rPr lang="es-ES" dirty="0" smtClean="0"/>
              <a:t>Fondo claro</a:t>
            </a:r>
            <a:r>
              <a:rPr lang="es-ES" dirty="0" smtClean="0">
                <a:sym typeface="Wingdings" panose="05000000000000000000" pitchFamily="2" charset="2"/>
              </a:rPr>
              <a:t>: </a:t>
            </a:r>
            <a:r>
              <a:rPr lang="es-ES" dirty="0">
                <a:sym typeface="Wingdings" panose="05000000000000000000" pitchFamily="2" charset="2"/>
              </a:rPr>
              <a:t>(</a:t>
            </a:r>
            <a:r>
              <a:rPr lang="es-ES" b="1" dirty="0" smtClean="0"/>
              <a:t>#</a:t>
            </a:r>
            <a:r>
              <a:rPr lang="es-ES" b="1" dirty="0"/>
              <a:t>EAE4FF</a:t>
            </a:r>
            <a:r>
              <a:rPr lang="es-ES" dirty="0" smtClean="0">
                <a:sym typeface="Wingdings" panose="05000000000000000000" pitchFamily="2" charset="2"/>
              </a:rPr>
              <a:t>)</a:t>
            </a:r>
            <a:endParaRPr lang="es-AR" dirty="0"/>
          </a:p>
          <a:p>
            <a:endParaRPr lang="es-AR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23" y="4006992"/>
            <a:ext cx="1343212" cy="116221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908" y="4006992"/>
            <a:ext cx="1286054" cy="116221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224" y="4006992"/>
            <a:ext cx="1371791" cy="116221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97" y="4823238"/>
            <a:ext cx="2120453" cy="209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3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2" y="286556"/>
            <a:ext cx="8534400" cy="1078606"/>
          </a:xfrm>
        </p:spPr>
        <p:txBody>
          <a:bodyPr/>
          <a:lstStyle/>
          <a:p>
            <a:r>
              <a:rPr lang="es-AR" dirty="0" smtClean="0"/>
              <a:t>Pethealth: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2" y="1365162"/>
            <a:ext cx="8534400" cy="4314185"/>
          </a:xfrm>
        </p:spPr>
        <p:txBody>
          <a:bodyPr/>
          <a:lstStyle/>
          <a:p>
            <a:r>
              <a:rPr lang="es-AR" dirty="0" smtClean="0"/>
              <a:t>Pethealth es una veterinaria en la cual ayudamos a crear una pagina donde pueda comunicarse mejor con los clientes y para que tengan una mayor facilidad al reservar un turno</a:t>
            </a:r>
          </a:p>
          <a:p>
            <a:r>
              <a:rPr lang="es-AR" dirty="0" smtClean="0"/>
              <a:t>El </a:t>
            </a:r>
            <a:r>
              <a:rPr lang="es-AR" dirty="0"/>
              <a:t>logo de </a:t>
            </a:r>
            <a:r>
              <a:rPr lang="es-AR" i="1" dirty="0"/>
              <a:t>PetHealth</a:t>
            </a:r>
            <a:r>
              <a:rPr lang="es-AR" dirty="0"/>
              <a:t> fue diseñado con la intención de transmitir cuidado, bienestar y salud animal de una manera simple, directa y amigable. Para ello se eligió una composición que combina una figura clara “el perrito” junto con un texto fuerte y fácil de leer. La creación partió del concepto de generar una identidad visual que transmitiera confianza, protección y cercanía hacia las mascotas.</a:t>
            </a:r>
            <a:endParaRPr lang="es-AR" b="1" dirty="0"/>
          </a:p>
          <a:p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428" y="4533565"/>
            <a:ext cx="2339394" cy="263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3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82580" y="425003"/>
            <a:ext cx="5640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 smtClean="0"/>
              <a:t>IMAGEN</a:t>
            </a:r>
            <a:r>
              <a:rPr lang="es-AR" sz="2000" dirty="0" smtClean="0"/>
              <a:t> </a:t>
            </a:r>
            <a:r>
              <a:rPr lang="es-AR" sz="2000" b="1" dirty="0" smtClean="0"/>
              <a:t>DE</a:t>
            </a:r>
            <a:r>
              <a:rPr lang="es-AR" sz="2000" dirty="0" smtClean="0"/>
              <a:t> </a:t>
            </a:r>
            <a:r>
              <a:rPr lang="es-AR" sz="2000" b="1" dirty="0" smtClean="0"/>
              <a:t>LA</a:t>
            </a:r>
            <a:r>
              <a:rPr lang="es-AR" sz="2000" dirty="0" smtClean="0"/>
              <a:t> </a:t>
            </a:r>
            <a:r>
              <a:rPr lang="es-AR" sz="2000" b="1" dirty="0" smtClean="0"/>
              <a:t>EMPRESA</a:t>
            </a:r>
            <a:r>
              <a:rPr lang="es-AR" sz="2000" dirty="0" smtClean="0"/>
              <a:t>:</a:t>
            </a:r>
            <a:endParaRPr lang="es-AR"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27" y="825113"/>
            <a:ext cx="5734587" cy="223522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82580" y="3560576"/>
            <a:ext cx="5640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 smtClean="0"/>
              <a:t>LOGOS DE PETHEALTH:</a:t>
            </a:r>
            <a:endParaRPr lang="es-AR" sz="20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56" y="3960686"/>
            <a:ext cx="2643658" cy="264365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80" y="3960686"/>
            <a:ext cx="2612667" cy="262140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880" y="4765383"/>
            <a:ext cx="2378030" cy="240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02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2" y="391851"/>
            <a:ext cx="8534400" cy="1089219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¿Qué REPRESENTE LA IMAGEN DEL PERRITO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4212" y="1481070"/>
            <a:ext cx="8534400" cy="3979095"/>
          </a:xfrm>
        </p:spPr>
        <p:txBody>
          <a:bodyPr/>
          <a:lstStyle/>
          <a:p>
            <a:pPr marL="0" indent="0">
              <a:buNone/>
            </a:pPr>
            <a:endParaRPr lang="es-AR" b="1" dirty="0"/>
          </a:p>
          <a:p>
            <a:r>
              <a:rPr lang="es-AR" dirty="0"/>
              <a:t>La imagen del perrito dentro del diseño no es solo un elemento decorativo, sino el símbolo central que encapsula el sentido de </a:t>
            </a:r>
            <a:r>
              <a:rPr lang="es-AR" i="1" dirty="0"/>
              <a:t>PetHealth</a:t>
            </a:r>
            <a:r>
              <a:rPr lang="es-AR" dirty="0"/>
              <a:t>. Su presencia comunica varios mensajes importantes.  Además, al ser un diseño minimalista, el perrito complementa la tipografía sin competir visualmente con ella, logrando un balance entre la parte icónica y la parte textual del logo</a:t>
            </a:r>
            <a:r>
              <a:rPr lang="es-AR" dirty="0" smtClean="0"/>
              <a:t>:</a:t>
            </a:r>
          </a:p>
          <a:p>
            <a:r>
              <a:rPr lang="es-AR" dirty="0" smtClean="0"/>
              <a:t>Paleta de colores:</a:t>
            </a:r>
          </a:p>
          <a:p>
            <a:r>
              <a:rPr lang="es-AR" dirty="0" smtClean="0"/>
              <a:t>Negro: (</a:t>
            </a:r>
            <a:r>
              <a:rPr lang="es-ES" b="1" dirty="0" smtClean="0"/>
              <a:t>#</a:t>
            </a:r>
            <a:r>
              <a:rPr lang="es-ES" b="1" dirty="0"/>
              <a:t>000000</a:t>
            </a:r>
            <a:r>
              <a:rPr lang="es-AR" dirty="0" smtClean="0"/>
              <a:t>)</a:t>
            </a:r>
          </a:p>
          <a:p>
            <a:r>
              <a:rPr lang="es-AR" dirty="0" smtClean="0"/>
              <a:t>Verde: (</a:t>
            </a:r>
            <a:r>
              <a:rPr lang="es-ES" b="1" dirty="0" smtClean="0"/>
              <a:t>#</a:t>
            </a:r>
            <a:r>
              <a:rPr lang="es-ES" b="1" dirty="0"/>
              <a:t>005A05</a:t>
            </a:r>
            <a:r>
              <a:rPr lang="es-AR" dirty="0" smtClean="0"/>
              <a:t>)</a:t>
            </a:r>
          </a:p>
          <a:p>
            <a:pPr marL="0" indent="0">
              <a:buNone/>
            </a:pPr>
            <a:endParaRPr lang="es-AR" dirty="0"/>
          </a:p>
          <a:p>
            <a:endParaRPr lang="es-AR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508" y="3792283"/>
            <a:ext cx="1286054" cy="107647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125" y="3792282"/>
            <a:ext cx="1276528" cy="107647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507" y="4913491"/>
            <a:ext cx="2138071" cy="194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54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759" y="1975951"/>
            <a:ext cx="8534400" cy="1507067"/>
          </a:xfrm>
        </p:spPr>
        <p:txBody>
          <a:bodyPr/>
          <a:lstStyle/>
          <a:p>
            <a:r>
              <a:rPr lang="es-AR" dirty="0" smtClean="0"/>
              <a:t>Gracias por ver: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668" y="1000696"/>
            <a:ext cx="4507338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583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or">
  <a:themeElements>
    <a:clrScheme name="Violeta rojo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72</TotalTime>
  <Words>454</Words>
  <Application>Microsoft Office PowerPoint</Application>
  <PresentationFormat>Panorámica</PresentationFormat>
  <Paragraphs>36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Sector</vt:lpstr>
      <vt:lpstr>Presentación de PowerPoint</vt:lpstr>
      <vt:lpstr>¿Qué ES FUTURE STACH?</vt:lpstr>
      <vt:lpstr>¿En que esta inspirada?</vt:lpstr>
      <vt:lpstr>¿Como hicimos el logo?: </vt:lpstr>
      <vt:lpstr>Pethealth:</vt:lpstr>
      <vt:lpstr>Presentación de PowerPoint</vt:lpstr>
      <vt:lpstr>¿Qué REPRESENTE LA IMAGEN DEL PERRITO</vt:lpstr>
      <vt:lpstr>Gracias por ver:</vt:lpstr>
    </vt:vector>
  </TitlesOfParts>
  <Company>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Full name</dc:creator>
  <cp:lastModifiedBy>Full name</cp:lastModifiedBy>
  <cp:revision>9</cp:revision>
  <dcterms:created xsi:type="dcterms:W3CDTF">2025-11-27T01:26:37Z</dcterms:created>
  <dcterms:modified xsi:type="dcterms:W3CDTF">2025-11-27T02:38:57Z</dcterms:modified>
</cp:coreProperties>
</file>